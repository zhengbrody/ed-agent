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EDAgent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Tool-Using LLM Agent for Economic Dispatch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27432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606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285  ·  Final Presentation  ·  March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B: LLMs as Agents and Tool Orchestrators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1828800" cy="4114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840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Agent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3840480"/>
            <a:ext cx="1828800" cy="41148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3840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CVXPY Solver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3840480"/>
            <a:ext cx="1828800" cy="41148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3840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Memory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3840480"/>
            <a:ext cx="1828800" cy="411480"/>
          </a:xfrm>
          <a:prstGeom prst="rect">
            <a:avLst/>
          </a:prstGeom>
          <a:solidFill>
            <a:srgbClr val="EC489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3840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Benchmarks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 LLM autonomously solve Economic Dispatch?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54864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Dispatch (ED)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generator output to meet demand at minimum cost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to: power balance (ΣPᵢ = Pload) + capacity limits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cost: aP² + bP + c per generator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54864" cy="1828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5544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alone → hallucinate, violate physics constraints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solvers → exact, but need structured input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LLM orchestrates verified tools via ReAct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54680"/>
            <a:ext cx="54864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00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Can tool-augmented LLM agents achieve higher feasibility and accuracy than prompting alone?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(NL query) → LLM Agent → Data Loader → CVXPY Solver → Verified Dispatch + Visualization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Related 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lines of prior work — our contribution bridges the gap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060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54864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1430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Solvers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CPLEX, Gurobi, CVXPY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but need structured input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natural language interface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246120"/>
            <a:ext cx="233172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2461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✓   Flexible ✗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060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54864" cy="2743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1430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for Power (Mohammadi '25)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15544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 prompting on IEEE cases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NL interface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&amp; constraint violations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29000" y="3246120"/>
            <a:ext cx="2331720" cy="320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32461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✗   Flexible 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051560"/>
            <a:ext cx="26060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51560"/>
            <a:ext cx="54864" cy="2743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1430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Tools (Yao '23)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155448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Interleave reasoning with tool calls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via external tools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work: physics-grounded suite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3246120"/>
            <a:ext cx="233172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32461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✓   Flexible 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contribution: Apply ReAct to ED with physics-grounded tools + working memory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OpenWebUI + FastAPI + ReAct Agent + SQLite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06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54864" cy="2377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143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4173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OpenWebUI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Chat-based UI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visualizations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051560"/>
            <a:ext cx="2606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051560"/>
            <a:ext cx="54864" cy="2377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143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4173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ReAct Agent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178308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→ Action → Observation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 tool calls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memory in-process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051560"/>
            <a:ext cx="2606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51560"/>
            <a:ext cx="54864" cy="2377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143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63640" y="14173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Store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178308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Importance-scored memories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keyword retrieval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graph for entity links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OpenWebUI → /chat/completions → ReAct Agent → Tools + Memory → SQLite → Response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Framework &amp; Tools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→ Action → Observation cycle with 4 specialized tools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54864" cy="3200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Cycle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1554480"/>
            <a:ext cx="73152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554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17830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NL query into sub-tasks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2194560"/>
            <a:ext cx="73152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194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4231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chained tool calls atomically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2834640"/>
            <a:ext cx="73152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834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063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results, detect failures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3474720"/>
            <a:ext cx="73152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474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3703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iteration cap prevents infinite loops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051560"/>
            <a:ext cx="18288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051560"/>
            <a:ext cx="54864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1143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14630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/ Retrieve / Forget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decay scoring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66560" y="1051560"/>
            <a:ext cx="18288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66560" y="1051560"/>
            <a:ext cx="54864" cy="1417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1143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03720" y="14630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14/30/57/118/200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limits, costs, demand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743200"/>
            <a:ext cx="18288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743200"/>
            <a:ext cx="54864" cy="1417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2834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92040" y="3154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CVXPY + OSQP backend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ED, box constraints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66560" y="2743200"/>
            <a:ext cx="18288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66560" y="2743200"/>
            <a:ext cx="54864" cy="14173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5" name="Text 33"/>
          <p:cNvSpPr/>
          <p:nvPr/>
        </p:nvSpPr>
        <p:spPr>
          <a:xfrm>
            <a:off x="6903720" y="2834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03720" y="3154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bar chart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distribution pie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repeats until conclusive answer or iteration limit · Chained actions: tool₁ → memory.store → tool₂ → … executed atomically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Working Memory System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Human-inspired architecture for multi-turn coherence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9776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54864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memory: content + importance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timestamp + metadata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Capacity: 10 items, 2000 tokens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9776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54864" cy="1417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TF-IDF cosine similarity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keyword overlap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Modulated by time decay + importance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39776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743200"/>
            <a:ext cx="54864" cy="1417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&amp; Decay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1546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= importance × exp(−λ·hours)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Heap-based eviction of lowest priority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 rate: 0.95 per 6 hours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743200"/>
            <a:ext cx="39776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743200"/>
            <a:ext cx="54864" cy="14173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1546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strategies: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/ time / capacity-based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degradation: TF-IDF → keyword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TTL: 120 min  ·  Priority = importance × exp(−0.95 × hours/6)  ·  Enables what-if re-simulation without reloading data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Demo: Running Results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14-bus initial dispatch + what-if re-simulation (Stretch Goal ✓)</a:t>
            </a:r>
            <a:endParaRPr lang="en-US" sz="1200" dirty="0"/>
          </a:p>
        </p:txBody>
      </p:sp>
      <p:pic>
        <p:nvPicPr>
          <p:cNvPr id="6" name="Image 0" descr="/sessions/admiring-wizardly-galileo/charts/demo_screensh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05840"/>
            <a:ext cx="585216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09360" y="100584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309360" y="1005840"/>
            <a:ext cx="54864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6446520" y="1051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Initial Dispatch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46520" y="13258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14-bus, 259 MW load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$10,250/hr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+ pie auto-generated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 stored to memory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09360" y="269748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09360" y="2697480"/>
            <a:ext cx="54864" cy="1463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2743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What-if (Stretch +)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46520" y="301752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1 Pmin 200→100 MW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cost: $6,896/hr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Recalled params from memory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reload needed!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74320" y="4617720"/>
            <a:ext cx="859536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3"/>
          <p:cNvSpPr/>
          <p:nvPr/>
        </p:nvSpPr>
        <p:spPr>
          <a:xfrm>
            <a:off x="274320" y="4617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stretch goals completed: ✓ Interactive what-if via memory  ·  ✓ 5 IEEE cases (14, 30, 57, 118, 200-bus)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Setup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test queries  ·  5 IEEE systems  ·  3 scenario types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463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051560"/>
            <a:ext cx="54864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09728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14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" y="138988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gens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259 MW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" y="18105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67128" y="1051560"/>
            <a:ext cx="1463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67128" y="1051560"/>
            <a:ext cx="54864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2276856" y="109728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30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76856" y="138988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gens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 MW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76856" y="18105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31336" y="1051560"/>
            <a:ext cx="1463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31336" y="1051560"/>
            <a:ext cx="54864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3941064" y="109728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57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41064" y="138988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gens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1,251 MW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41064" y="18105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95544" y="1051560"/>
            <a:ext cx="1463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95544" y="1051560"/>
            <a:ext cx="54864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5605272" y="109728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118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05272" y="138988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gens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4,242 MW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05272" y="18105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159752" y="1051560"/>
            <a:ext cx="1463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59752" y="1051560"/>
            <a:ext cx="54864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7269480" y="109728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200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69480" y="138988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gens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2,229 MW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69480" y="18105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242316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2423160"/>
            <a:ext cx="54864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24688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Scenarios:  Baseline dispatch  ·  Unit outage (1–2 gens offline)  ·  Load change (±30%)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329184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3291840"/>
            <a:ext cx="54864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3337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EDAgent (ReAct + Tools)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080" y="362102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Multi-step: load → solve → visualize → store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CVXPY guarantees constraint satisfaction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329184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3291840"/>
            <a:ext cx="54864" cy="10515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0" name="Text 38"/>
          <p:cNvSpPr/>
          <p:nvPr/>
        </p:nvSpPr>
        <p:spPr>
          <a:xfrm>
            <a:off x="4937760" y="3337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LLM-Only Baseline (CoT)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937760" y="362102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API call, no tools (Mohammadi et al.)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computes dispatch values directly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success rate  ·  cost error vs CVXPY reference  ·  physics violations  ·  failure modes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Results: Success Rate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EDAgent 84% vs Baseline 72%  ·  25 queries across 5 IEEE systems</a:t>
            </a:r>
            <a:endParaRPr lang="en-US" sz="1200" dirty="0"/>
          </a:p>
        </p:txBody>
      </p:sp>
      <p:pic>
        <p:nvPicPr>
          <p:cNvPr id="6" name="Image 0" descr="/sessions/admiring-wizardly-galileo/charts/success_rate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5029200" cy="2560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960120"/>
            <a:ext cx="32918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960120"/>
            <a:ext cx="54864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0" y="10058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84%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7040880" y="10241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EDAgent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21/25 queries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715000" y="16459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200: 5/5 perfect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577840" y="2286000"/>
            <a:ext cx="32918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77840" y="2286000"/>
            <a:ext cx="54864" cy="1143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0" y="2331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72%</a:t>
            </a:r>
            <a:endParaRPr lang="en-US" sz="4200" dirty="0"/>
          </a:p>
        </p:txBody>
      </p:sp>
      <p:sp>
        <p:nvSpPr>
          <p:cNvPr id="15" name="Text 12"/>
          <p:cNvSpPr/>
          <p:nvPr/>
        </p:nvSpPr>
        <p:spPr>
          <a:xfrm>
            <a:off x="7040880" y="235000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18/25 queries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715000" y="29718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118: only 2/5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4320" y="3749040"/>
            <a:ext cx="85953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3749040"/>
            <a:ext cx="54864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37764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 EDAgent advantage grows with system size — at 57-bus+ the LLM-only approach degrades. IEEE 200 (largest tested, 29 gens) shows Agent maintains 100% while Baseline drops to 60%. Both struggle with IEEE 30 due to NaN-cost data quality issue, not a scale problem.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= correct cost extracted within 300s timeout  ·  CVXPY reference as ground truth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Results: Cost Accuracy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EDAgent 0.46% avg error  ·  10× more accurate than Baseline</a:t>
            </a:r>
            <a:endParaRPr lang="en-US" sz="1200" dirty="0"/>
          </a:p>
        </p:txBody>
      </p:sp>
      <p:pic>
        <p:nvPicPr>
          <p:cNvPr id="6" name="Image 0" descr="/sessions/admiring-wizardly-galileo/charts/cost_error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5029200" cy="2240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960120"/>
            <a:ext cx="32918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96012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0" y="9875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0.46%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7223760" y="10241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EDAgent avg error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Max: 6.33%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577840" y="1965960"/>
            <a:ext cx="32918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1965960"/>
            <a:ext cx="54864" cy="8686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0" y="19933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4.56%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7223760" y="20299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avg error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Max: 95.35%!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577840" y="2971800"/>
            <a:ext cx="3291840" cy="320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77840" y="2971800"/>
            <a:ext cx="54864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5715000" y="29992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57-bus unit outage: BL $2,158 vs ref $46,412 = 95% error</a:t>
            </a:r>
            <a:endParaRPr lang="en-US" sz="1000" dirty="0"/>
          </a:p>
        </p:txBody>
      </p:sp>
      <p:pic>
        <p:nvPicPr>
          <p:cNvPr id="18" name="Image 1" descr="/sessions/admiring-wizardly-galileo/charts/scalabilit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3383280"/>
            <a:ext cx="5029200" cy="146304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577840" y="3429000"/>
            <a:ext cx="3291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577840" y="3429000"/>
            <a:ext cx="54864" cy="1417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7"/>
          <p:cNvSpPr/>
          <p:nvPr/>
        </p:nvSpPr>
        <p:spPr>
          <a:xfrm>
            <a:off x="5715000" y="34747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gap?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715000" y="3730752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EDAgent delegates math to CVXPY solver — cost is always optimal or near-optimal.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LLM must "guess" dispatch values for all generators simultaneously. With 6+ generators, numerical reasoning collapses (57-bus: 95% error).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182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Failure Mode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EDAgent: fixable format issues  ·  Baseline: physics violations</a:t>
            </a:r>
            <a:endParaRPr lang="en-US" sz="1200" dirty="0"/>
          </a:p>
        </p:txBody>
      </p:sp>
      <p:pic>
        <p:nvPicPr>
          <p:cNvPr id="6" name="Image 0" descr="/sessions/admiring-wizardly-galileo/charts/failure_mod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5029200" cy="2194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960120"/>
            <a:ext cx="32918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96012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0" y="1005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EDAgent: 4 failures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15000" y="126187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parse error + 1 × timeout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physics violations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fixable via output schema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577840" y="2148840"/>
            <a:ext cx="32918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2148840"/>
            <a:ext cx="54864" cy="10058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0" y="21945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7 failures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715000" y="245059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power balance violation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× generator limit exceeded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— no solver to verify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246120"/>
          <a:ext cx="8595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1371600"/>
                <a:gridCol w="46634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EDAgent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Cost Err (Agent / BL)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IEEE 14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</a:rPr>
                        <a:t>5/5 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</a:rPr>
                        <a:t>5/5 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1.92% / 0.00%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IEEE 30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97316"/>
                          </a:solidFill>
                        </a:rPr>
                        <a:t>2/5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</a:rPr>
                        <a:t>4/5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475569"/>
                          </a:solidFill>
                        </a:rPr>
                        <a:t>0.00% / 0.00%  (NaN data issue)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IEEE 57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</a:rPr>
                        <a:t>5/5 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97316"/>
                          </a:solidFill>
                        </a:rPr>
                        <a:t>4/5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0.00% / 19.07%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IEEE 118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97316"/>
                          </a:solidFill>
                        </a:rPr>
                        <a:t>4/5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2/5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0.00% / 1.40%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IEEE 200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5/5 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97316"/>
                          </a:solidFill>
                        </a:rPr>
                        <a:t>3/5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0.00% / 0.78%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EDAgent failures are engineering issues (regex parsing, timeout) — fixable without changing the architecture. Baseline failures are fundamental physics violations — the LLM lacks mathematical verification.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27432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931920" cy="502920"/>
          </a:xfrm>
          <a:prstGeom prst="rect">
            <a:avLst/>
          </a:prstGeom>
          <a:solidFill>
            <a:srgbClr val="25307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25880"/>
            <a:ext cx="4572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441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vs 72%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5819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 pp success from tool augmentation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3931920" cy="502920"/>
          </a:xfrm>
          <a:prstGeom prst="rect">
            <a:avLst/>
          </a:prstGeom>
          <a:solidFill>
            <a:srgbClr val="253070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965960"/>
            <a:ext cx="4572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9842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0.46% vs 4.56%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2219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more accurate (solver vs LLM math)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3931920" cy="502920"/>
          </a:xfrm>
          <a:prstGeom prst="rect">
            <a:avLst/>
          </a:prstGeom>
          <a:solidFill>
            <a:srgbClr val="253070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606040"/>
            <a:ext cx="4572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6243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violations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28620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CVXPY guarantees power balance + gen limits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3931920" cy="502920"/>
          </a:xfrm>
          <a:prstGeom prst="rect">
            <a:avLst/>
          </a:prstGeom>
          <a:solidFill>
            <a:srgbClr val="253070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246120"/>
            <a:ext cx="4572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2644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200: 5/5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35021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29 gens, 2229 MW with 0% error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846320" y="1325880"/>
            <a:ext cx="3931920" cy="502920"/>
          </a:xfrm>
          <a:prstGeom prst="rect">
            <a:avLst/>
          </a:prstGeom>
          <a:solidFill>
            <a:srgbClr val="253070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1325880"/>
            <a:ext cx="4572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13441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 Hardening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15819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to eliminate parse errors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1965960"/>
            <a:ext cx="3931920" cy="502920"/>
          </a:xfrm>
          <a:prstGeom prst="rect">
            <a:avLst/>
          </a:prstGeom>
          <a:solidFill>
            <a:srgbClr val="253070"/>
          </a:solidFill>
          <a:ln/>
        </p:spPr>
      </p:sp>
      <p:sp>
        <p:nvSpPr>
          <p:cNvPr id="27" name="Shape 25"/>
          <p:cNvSpPr/>
          <p:nvPr/>
        </p:nvSpPr>
        <p:spPr>
          <a:xfrm>
            <a:off x="4846320" y="1965960"/>
            <a:ext cx="4572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19842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Stress Test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0" y="22219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cascading parameter changes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2606040"/>
            <a:ext cx="3931920" cy="502920"/>
          </a:xfrm>
          <a:prstGeom prst="rect">
            <a:avLst/>
          </a:prstGeom>
          <a:solidFill>
            <a:srgbClr val="253070"/>
          </a:solidFill>
          <a:ln/>
        </p:spPr>
      </p:sp>
      <p:sp>
        <p:nvSpPr>
          <p:cNvPr id="31" name="Shape 29"/>
          <p:cNvSpPr/>
          <p:nvPr/>
        </p:nvSpPr>
        <p:spPr>
          <a:xfrm>
            <a:off x="4846320" y="2606040"/>
            <a:ext cx="4572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26243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Ramp-Rate Constraints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29200" y="28620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Multi-period dispatch for realism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3246120"/>
            <a:ext cx="3931920" cy="502920"/>
          </a:xfrm>
          <a:prstGeom prst="rect">
            <a:avLst/>
          </a:prstGeom>
          <a:solidFill>
            <a:srgbClr val="253070"/>
          </a:solidFill>
          <a:ln/>
        </p:spPr>
      </p:sp>
      <p:sp>
        <p:nvSpPr>
          <p:cNvPr id="35" name="Shape 33"/>
          <p:cNvSpPr/>
          <p:nvPr/>
        </p:nvSpPr>
        <p:spPr>
          <a:xfrm>
            <a:off x="4846320" y="3246120"/>
            <a:ext cx="4572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32644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IEEE 300+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029200" y="35021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grids, real-world ISO data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397764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8640" y="3977640"/>
            <a:ext cx="54864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40050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Tool-augmented LLM agents can reliably solve constrained optimization — the solver ensures correctness, memory enables what-if analysis, and ReAct provides structured reasoning.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EDAgent  ·  ECE 285 Final Presentation  ·  Thank you — Questions?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EDAgent: Tool-Using LLM Agent for Economic Dispatch</dc:title>
  <dc:subject>PptxGenJS Presentation</dc:subject>
  <dc:creator>EDAgent Team</dc:creator>
  <cp:lastModifiedBy>EDAgent Team</cp:lastModifiedBy>
  <cp:revision>1</cp:revision>
  <dcterms:created xsi:type="dcterms:W3CDTF">2026-03-11T06:05:07Z</dcterms:created>
  <dcterms:modified xsi:type="dcterms:W3CDTF">2026-03-11T06:05:07Z</dcterms:modified>
</cp:coreProperties>
</file>